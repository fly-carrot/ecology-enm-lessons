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418" r:id="rId3"/>
    <p:sldId id="419" r:id="rId4"/>
    <p:sldId id="425" r:id="rId5"/>
    <p:sldId id="420" r:id="rId6"/>
    <p:sldId id="422" r:id="rId7"/>
    <p:sldId id="423" r:id="rId8"/>
    <p:sldId id="424" r:id="rId9"/>
    <p:sldId id="428" r:id="rId10"/>
    <p:sldId id="426" r:id="rId11"/>
    <p:sldId id="427" r:id="rId12"/>
    <p:sldId id="42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8" autoAdjust="0"/>
    <p:restoredTop sz="94660"/>
  </p:normalViewPr>
  <p:slideViewPr>
    <p:cSldViewPr snapToGrid="0">
      <p:cViewPr varScale="1">
        <p:scale>
          <a:sx n="90" d="100"/>
          <a:sy n="90" d="100"/>
        </p:scale>
        <p:origin x="14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888ED-F378-4B2C-92BC-1C90BE68831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C8CF2-068D-4E1E-A256-93AEDA15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78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C8CF2-068D-4E1E-A256-93AEDA15FE0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82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F2DDE-1B51-41DE-81B0-464DF54D77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644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33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2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0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10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29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3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8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2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06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38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1C06-9919-48EC-A4F9-7825A7865E7E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9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engping.zhu@w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arthengine.googl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Z3D6wLKJQw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EE424-DE02-6913-D1A9-922868003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840"/>
            <a:ext cx="9144000" cy="2103121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GEE variables for SDM</a:t>
            </a:r>
            <a:endParaRPr lang="zh-CN" altLang="en-US" sz="4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206D6-C0E2-8630-AD5C-5711CC2FA285}"/>
              </a:ext>
            </a:extLst>
          </p:cNvPr>
          <p:cNvSpPr txBox="1"/>
          <p:nvPr/>
        </p:nvSpPr>
        <p:spPr>
          <a:xfrm>
            <a:off x="1832187" y="4421294"/>
            <a:ext cx="5201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Gengping Zhu</a:t>
            </a:r>
          </a:p>
          <a:p>
            <a:pPr algn="ctr"/>
            <a:r>
              <a:rPr lang="en-US" altLang="zh-CN" sz="240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gengping.zhu@wsu.edu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0761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Gengping\Local Settings\Temporary Internet Files\Content.IE5\V3PLPH9Q\openModeller_overview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2438558"/>
            <a:ext cx="9128794" cy="221457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42844" y="1340768"/>
            <a:ext cx="8643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ckwell Condensed" pitchFamily="18" charset="0"/>
                <a:ea typeface="+mn-ea"/>
                <a:cs typeface="Times New Roman" pitchFamily="18" charset="0"/>
              </a:rPr>
              <a:t>Correlative approach: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4365" y="5429264"/>
            <a:ext cx="4293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openModeller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http://openmodeller.sourceforge.net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7C88D5-45A9-C30E-5064-A5CCACDFA065}"/>
              </a:ext>
            </a:extLst>
          </p:cNvPr>
          <p:cNvSpPr/>
          <p:nvPr/>
        </p:nvSpPr>
        <p:spPr>
          <a:xfrm>
            <a:off x="3070845" y="0"/>
            <a:ext cx="2987040" cy="6858000"/>
          </a:xfrm>
          <a:prstGeom prst="roundRect">
            <a:avLst/>
          </a:prstGeom>
          <a:noFill/>
          <a:ln w="666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67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4584-7F66-D3CE-6ED1-8D43A128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GEE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255BE-1EE4-2050-17A1-A242BFB93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https://earthengine.google.com/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Here, I am providing two approaches for using GEE to process data for our SDM </a:t>
            </a:r>
          </a:p>
        </p:txBody>
      </p:sp>
    </p:spTree>
    <p:extLst>
      <p:ext uri="{BB962C8B-B14F-4D97-AF65-F5344CB8AC3E}">
        <p14:creationId xmlns:p14="http://schemas.microsoft.com/office/powerpoint/2010/main" val="28271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A51503-89F5-E3A2-FFF2-7DFF94FA8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7" y="-36854"/>
            <a:ext cx="8898465" cy="695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6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0499-C891-1990-1727-BA0DE9B0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65127"/>
            <a:ext cx="8108950" cy="874780"/>
          </a:xfrm>
        </p:spPr>
        <p:txBody>
          <a:bodyPr/>
          <a:lstStyle/>
          <a:p>
            <a:r>
              <a:rPr lang="en-US" b="1" dirty="0"/>
              <a:t>Approach I: GEE in QGIS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D5D9A-3E8A-1FFE-AAEF-FAB180360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817" y="1239906"/>
            <a:ext cx="4794116" cy="43781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5E2885-7BA9-06CB-2DBC-E0136CCBC4D8}"/>
              </a:ext>
            </a:extLst>
          </p:cNvPr>
          <p:cNvSpPr txBox="1"/>
          <p:nvPr/>
        </p:nvSpPr>
        <p:spPr>
          <a:xfrm>
            <a:off x="203200" y="5908302"/>
            <a:ext cx="665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https://github.com/opengeos/qgis-gee-data-catalogs-plugin</a:t>
            </a:r>
          </a:p>
          <a:p>
            <a:r>
              <a:rPr lang="en-US" dirty="0">
                <a:hlinkClick r:id="rId3"/>
              </a:rPr>
              <a:t>https://www.youtube.com/watch?v=nZ3D6wLKJQw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1141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5C375-1345-AC7A-B60A-AF1693C6B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92" y="0"/>
            <a:ext cx="8319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95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5C8FE1-AA2C-93D7-7CE2-0864EC5AC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8" y="838201"/>
            <a:ext cx="910916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30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9FA5A1-CEA0-C1CC-06E6-684F7FBC0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7035"/>
            <a:ext cx="9156878" cy="519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18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DC2EA9-A41F-ED64-0FE3-C8C5E1CDE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2" y="-30672"/>
            <a:ext cx="8104318" cy="688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21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D799-6B07-A785-E4FE-9AF1FE98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Approach II: Link AI with GEE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2B2EA-1BD2-BD82-1F51-975607EF4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I can not write Java script, but I still need GEE to process my data</a:t>
            </a:r>
          </a:p>
          <a:p>
            <a:r>
              <a:rPr lang="en-US" dirty="0"/>
              <a:t>Let’s try ChatGPT and Claud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write the GEE Code Editor script to download bio1, bio5, and bio6 in </a:t>
            </a:r>
            <a:r>
              <a:rPr lang="en-US" dirty="0" err="1"/>
              <a:t>WorldClim</a:t>
            </a:r>
            <a:r>
              <a:rPr lang="en-US" dirty="0"/>
              <a:t> BIO Variables V1 from Google Earth Engine (GEE) for Guangdong Province, China, please download as multi-Band Raster at 10 km resolution.</a:t>
            </a:r>
          </a:p>
        </p:txBody>
      </p:sp>
    </p:spTree>
    <p:extLst>
      <p:ext uri="{BB962C8B-B14F-4D97-AF65-F5344CB8AC3E}">
        <p14:creationId xmlns:p14="http://schemas.microsoft.com/office/powerpoint/2010/main" val="2428224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0029-98F6-31CF-AAC2-ECFE4EB76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FCDE1-CA32-C847-2ED7-7063C28C8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the GEE Code Editor script to download </a:t>
            </a:r>
            <a:r>
              <a:rPr lang="en-US" dirty="0" err="1"/>
              <a:t>Daymet</a:t>
            </a:r>
            <a:r>
              <a:rPr lang="en-US" dirty="0"/>
              <a:t> daily </a:t>
            </a:r>
            <a:r>
              <a:rPr lang="en-US" dirty="0" err="1"/>
              <a:t>tmax</a:t>
            </a:r>
            <a:r>
              <a:rPr lang="en-US" dirty="0"/>
              <a:t> and </a:t>
            </a:r>
            <a:r>
              <a:rPr lang="en-US" dirty="0" err="1"/>
              <a:t>tmin</a:t>
            </a:r>
            <a:r>
              <a:rPr lang="en-US" dirty="0"/>
              <a:t> temperature data from Google Earth Engine (GEE) for this area [-121.019709, 44.625742989505234, -117.580413, 48.54458101049476], please download as multi-Band Raster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03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52C435-0566-F39C-30F2-A694796F2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9723"/>
            <a:ext cx="9144000" cy="47185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928455-2BD8-9A3A-C860-811958A6B8C7}"/>
              </a:ext>
            </a:extLst>
          </p:cNvPr>
          <p:cNvSpPr txBox="1"/>
          <p:nvPr/>
        </p:nvSpPr>
        <p:spPr>
          <a:xfrm>
            <a:off x="2624667" y="364067"/>
            <a:ext cx="402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7525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3124</TotalTime>
  <Words>191</Words>
  <Application>Microsoft Office PowerPoint</Application>
  <PresentationFormat>On-screen Show (4:3)</PresentationFormat>
  <Paragraphs>23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等线</vt:lpstr>
      <vt:lpstr>Arial</vt:lpstr>
      <vt:lpstr>Calibri</vt:lpstr>
      <vt:lpstr>Calibri Light</vt:lpstr>
      <vt:lpstr>Rockwell Condensed</vt:lpstr>
      <vt:lpstr>Times New Roman</vt:lpstr>
      <vt:lpstr>Office Theme</vt:lpstr>
      <vt:lpstr>GEE variables for SDM</vt:lpstr>
      <vt:lpstr>PowerPoint Presentation</vt:lpstr>
      <vt:lpstr>GEE intro</vt:lpstr>
      <vt:lpstr>PowerPoint Presentation</vt:lpstr>
      <vt:lpstr>Approach I: GEE in QGIS</vt:lpstr>
      <vt:lpstr>PowerPoint Presentation</vt:lpstr>
      <vt:lpstr>PowerPoint Presentation</vt:lpstr>
      <vt:lpstr>PowerPoint Presentation</vt:lpstr>
      <vt:lpstr>PowerPoint Presentation</vt:lpstr>
      <vt:lpstr>Approach II: Link AI with GEE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ONE</dc:title>
  <dc:creator>ZHU Gengping</dc:creator>
  <cp:lastModifiedBy>Zhu, Gengping</cp:lastModifiedBy>
  <cp:revision>123</cp:revision>
  <dcterms:created xsi:type="dcterms:W3CDTF">2023-01-08T05:02:36Z</dcterms:created>
  <dcterms:modified xsi:type="dcterms:W3CDTF">2026-09-17T06:30:26Z</dcterms:modified>
</cp:coreProperties>
</file>