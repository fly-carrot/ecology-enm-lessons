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757" r:id="rId3"/>
    <p:sldId id="758" r:id="rId4"/>
    <p:sldId id="746" r:id="rId5"/>
    <p:sldId id="747" r:id="rId6"/>
    <p:sldId id="748" r:id="rId7"/>
    <p:sldId id="749" r:id="rId8"/>
    <p:sldId id="755" r:id="rId9"/>
    <p:sldId id="750" r:id="rId10"/>
    <p:sldId id="751" r:id="rId11"/>
    <p:sldId id="789" r:id="rId12"/>
    <p:sldId id="798" r:id="rId13"/>
    <p:sldId id="76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99"/>
    <a:srgbClr val="66003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070" y="67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888ED-F378-4B2C-92BC-1C90BE68831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C8CF2-068D-4E1E-A256-93AEDA15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780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C8CF2-068D-4E1E-A256-93AEDA15FE0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450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339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24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08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108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292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53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28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33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72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063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381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1C06-9919-48EC-A4F9-7825A7865E7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99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gengping.zhu@wsu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IanOndo/shinybiomo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allaceecomod.github.i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cielo.conicyt.cl/pdf/gayana/v73s1/art04.pd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allaceecomod.github.io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luismurao.github.io/ntbox_user_guide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biogeoinformatics.org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EE424-DE02-6913-D1A9-922868003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3840"/>
            <a:ext cx="9144000" cy="2103121"/>
          </a:xfrm>
        </p:spPr>
        <p:txBody>
          <a:bodyPr>
            <a:normAutofit/>
          </a:bodyPr>
          <a:lstStyle/>
          <a:p>
            <a:r>
              <a:rPr lang="en-US" altLang="zh-CN" sz="4800" b="1" dirty="0"/>
              <a:t>SDM in Shiny</a:t>
            </a:r>
            <a:endParaRPr lang="zh-CN" altLang="en-US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105F94-253A-E23E-1E65-290028E49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00" y="2921000"/>
            <a:ext cx="7518400" cy="2103121"/>
          </a:xfrm>
        </p:spPr>
        <p:txBody>
          <a:bodyPr>
            <a:normAutofit/>
          </a:bodyPr>
          <a:lstStyle/>
          <a:p>
            <a:pPr fontAlgn="t">
              <a:spcBef>
                <a:spcPts val="0"/>
              </a:spcBef>
              <a:spcAft>
                <a:spcPts val="1200"/>
              </a:spcAft>
            </a:pPr>
            <a:r>
              <a:rPr lang="en-US" altLang="zh-CN" sz="3200" b="1" dirty="0"/>
              <a:t>SDM in Web based platforms </a:t>
            </a:r>
          </a:p>
          <a:p>
            <a:pPr marL="2346325" indent="-514350" algn="just" fontAlgn="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sz="3200" b="1" dirty="0"/>
              <a:t>Intro </a:t>
            </a:r>
            <a:r>
              <a:rPr lang="en-US" altLang="zh-CN" sz="3200" b="1" dirty="0">
                <a:solidFill>
                  <a:srgbClr val="FF0000"/>
                </a:solidFill>
              </a:rPr>
              <a:t>Shiny</a:t>
            </a:r>
            <a:r>
              <a:rPr lang="en-US" altLang="zh-CN" sz="3200" b="1" dirty="0"/>
              <a:t>-Why ?</a:t>
            </a:r>
          </a:p>
          <a:p>
            <a:pPr marL="2346325" indent="-514350" algn="just" fontAlgn="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sz="3200" b="1" dirty="0"/>
              <a:t>How it works in SDM? </a:t>
            </a:r>
            <a:endParaRPr lang="zh-CN" alt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206D6-C0E2-8630-AD5C-5711CC2FA285}"/>
              </a:ext>
            </a:extLst>
          </p:cNvPr>
          <p:cNvSpPr txBox="1"/>
          <p:nvPr/>
        </p:nvSpPr>
        <p:spPr>
          <a:xfrm>
            <a:off x="2458720" y="5598160"/>
            <a:ext cx="5201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Gengping Zhu</a:t>
            </a:r>
          </a:p>
          <a:p>
            <a:pPr algn="ctr"/>
            <a:r>
              <a:rPr lang="en-US" altLang="zh-CN" sz="24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gengping.zhu@wsu.edu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0761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C4108-75DB-78F1-E41A-D2E2592EF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Adobe Garamond Pro Bold" panose="02020702060506020403" pitchFamily="18" charset="0"/>
              </a:rPr>
              <a:t>What is Shiny (R)?</a:t>
            </a:r>
            <a:endParaRPr lang="zh-CN" altLang="en-US" b="1" dirty="0">
              <a:latin typeface="Adobe Garamond Pro Bold" panose="02020702060506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0D9A3-3491-F887-F121-C0FC6DEAC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586634"/>
          </a:xfrm>
        </p:spPr>
        <p:txBody>
          <a:bodyPr>
            <a:normAutofit/>
          </a:bodyPr>
          <a:lstStyle/>
          <a:p>
            <a:r>
              <a:rPr lang="en-US" altLang="zh-CN" dirty="0"/>
              <a:t>Shiny is an R package that enables building interactive web applications that can execute R code on the backend;</a:t>
            </a:r>
          </a:p>
          <a:p>
            <a:r>
              <a:rPr lang="en-US" altLang="zh-CN" dirty="0"/>
              <a:t>With Shiny, you can host standalone applications on a webpage, embed interactive charts in R Markdown documents, or build dashboards;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278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chart, scatter chart&#10;&#10;Description automatically generated">
            <a:extLst>
              <a:ext uri="{FF2B5EF4-FFF2-40B4-BE49-F238E27FC236}">
                <a16:creationId xmlns:a16="http://schemas.microsoft.com/office/drawing/2014/main" id="{560DFC63-C696-8E2E-4530-4A604B2C2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105"/>
            <a:ext cx="9144000" cy="623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51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44AC9-B541-27CD-F481-1CEE3902A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0081"/>
            <a:ext cx="7886700" cy="896448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Amasis MT Pro Black" panose="02040A04050005020304" pitchFamily="18" charset="0"/>
              </a:rPr>
              <a:t>Web based platform in SDM</a:t>
            </a:r>
            <a:endParaRPr lang="zh-CN" altLang="en-US" sz="3600" b="1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D6E2E-7C42-8E9C-453B-2F8B32F0C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36528"/>
            <a:ext cx="8342355" cy="4351338"/>
          </a:xfrm>
        </p:spPr>
        <p:txBody>
          <a:bodyPr>
            <a:normAutofit fontScale="85000" lnSpcReduction="20000"/>
          </a:bodyPr>
          <a:lstStyle/>
          <a:p>
            <a:pPr>
              <a:buSzPct val="80000"/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FF0000"/>
                </a:solidFill>
              </a:rPr>
              <a:t>Wallace: very successful, widely used for conservation training</a:t>
            </a:r>
          </a:p>
          <a:p>
            <a:pPr marL="0" indent="0">
              <a:buSzPct val="80000"/>
              <a:buNone/>
            </a:pPr>
            <a:r>
              <a:rPr lang="en-US" altLang="zh-CN" dirty="0" err="1">
                <a:solidFill>
                  <a:srgbClr val="FF0000"/>
                </a:solidFill>
              </a:rPr>
              <a:t>install.packages</a:t>
            </a:r>
            <a:r>
              <a:rPr lang="en-US" altLang="zh-CN" dirty="0">
                <a:solidFill>
                  <a:srgbClr val="FF0000"/>
                </a:solidFill>
              </a:rPr>
              <a:t>(“</a:t>
            </a:r>
            <a:r>
              <a:rPr lang="en-US" altLang="zh-CN" dirty="0" err="1">
                <a:solidFill>
                  <a:srgbClr val="FF0000"/>
                </a:solidFill>
              </a:rPr>
              <a:t>wallace</a:t>
            </a:r>
            <a:r>
              <a:rPr lang="en-US" altLang="zh-CN" dirty="0">
                <a:solidFill>
                  <a:srgbClr val="FF0000"/>
                </a:solidFill>
              </a:rPr>
              <a:t>”)</a:t>
            </a:r>
          </a:p>
          <a:p>
            <a:pPr marL="0" indent="0">
              <a:buSzPct val="80000"/>
              <a:buNone/>
            </a:pPr>
            <a:r>
              <a:rPr lang="en-US" altLang="zh-CN" dirty="0">
                <a:solidFill>
                  <a:srgbClr val="FF0000"/>
                </a:solidFill>
              </a:rPr>
              <a:t>library(</a:t>
            </a:r>
            <a:r>
              <a:rPr lang="en-US" altLang="zh-CN" dirty="0" err="1">
                <a:solidFill>
                  <a:srgbClr val="FF0000"/>
                </a:solidFill>
              </a:rPr>
              <a:t>wallace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</a:p>
          <a:p>
            <a:pPr marL="0" indent="0">
              <a:buSzPct val="80000"/>
              <a:buNone/>
            </a:pPr>
            <a:r>
              <a:rPr lang="en-US" altLang="zh-CN" dirty="0" err="1">
                <a:solidFill>
                  <a:srgbClr val="FF0000"/>
                </a:solidFill>
              </a:rPr>
              <a:t>run_wallace</a:t>
            </a:r>
            <a:r>
              <a:rPr lang="en-US" altLang="zh-CN" dirty="0">
                <a:solidFill>
                  <a:srgbClr val="FF0000"/>
                </a:solidFill>
              </a:rPr>
              <a:t>()</a:t>
            </a:r>
          </a:p>
          <a:p>
            <a:pPr marL="0" indent="0">
              <a:buSzPct val="80000"/>
              <a:buNone/>
            </a:pPr>
            <a:endParaRPr lang="en-US" altLang="zh-CN" dirty="0"/>
          </a:p>
          <a:p>
            <a:pPr>
              <a:buSzPct val="80000"/>
              <a:buFont typeface="Wingdings" panose="05000000000000000000" pitchFamily="2" charset="2"/>
              <a:buChar char="n"/>
            </a:pPr>
            <a:r>
              <a:rPr lang="en-US" altLang="zh-CN" dirty="0"/>
              <a:t>ntbox</a:t>
            </a:r>
          </a:p>
          <a:p>
            <a:pPr marL="0" indent="0">
              <a:buSzPct val="80000"/>
              <a:buNone/>
            </a:pPr>
            <a:r>
              <a:rPr lang="en-US" altLang="zh-CN" dirty="0" err="1"/>
              <a:t>run_ntbox</a:t>
            </a:r>
            <a:endParaRPr lang="en-US" altLang="zh-CN" dirty="0"/>
          </a:p>
          <a:p>
            <a:pPr marL="0" indent="0">
              <a:buSzPct val="80000"/>
              <a:buNone/>
            </a:pPr>
            <a:endParaRPr lang="en-US" altLang="zh-CN" dirty="0"/>
          </a:p>
          <a:p>
            <a:pPr>
              <a:buSzPct val="80000"/>
              <a:buFont typeface="Wingdings" panose="05000000000000000000" pitchFamily="2" charset="2"/>
              <a:buChar char="n"/>
            </a:pPr>
            <a:r>
              <a:rPr lang="en-US" altLang="zh-CN" dirty="0" err="1"/>
              <a:t>shinybiomod</a:t>
            </a:r>
            <a:r>
              <a:rPr lang="en-US" altLang="zh-CN" dirty="0"/>
              <a:t> </a:t>
            </a:r>
          </a:p>
          <a:p>
            <a:pPr marL="0" indent="0">
              <a:buSzPct val="80000"/>
              <a:buNone/>
            </a:pPr>
            <a:r>
              <a:rPr lang="en-US" altLang="zh-CN" dirty="0"/>
              <a:t>Biomod2 is very successful but </a:t>
            </a:r>
            <a:r>
              <a:rPr lang="en-US" altLang="zh-CN" dirty="0" err="1"/>
              <a:t>ShinyBiomod</a:t>
            </a:r>
            <a:r>
              <a:rPr lang="en-US" altLang="zh-CN" dirty="0"/>
              <a:t> is still young</a:t>
            </a:r>
          </a:p>
          <a:p>
            <a:pPr marL="0" indent="0">
              <a:buSzPct val="80000"/>
              <a:buNone/>
            </a:pPr>
            <a:r>
              <a:rPr lang="en-US" altLang="zh-CN" dirty="0">
                <a:hlinkClick r:id="rId2"/>
              </a:rPr>
              <a:t>https://gitlab.com/IanOndo/shinybiomod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202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9F69F0-8781-921C-AA7C-CBC1709FE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96"/>
            <a:ext cx="9147378" cy="583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65C27F-6B93-AB96-944B-ADA1FB62B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4526"/>
            <a:ext cx="9189107" cy="504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15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2F4949-BDDC-7423-F842-B7EB31201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67534"/>
            <a:ext cx="9119039" cy="51894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878EB9-16F2-3D4C-6C4A-99435DD0DD7F}"/>
              </a:ext>
            </a:extLst>
          </p:cNvPr>
          <p:cNvSpPr txBox="1"/>
          <p:nvPr/>
        </p:nvSpPr>
        <p:spPr>
          <a:xfrm>
            <a:off x="1837038" y="6048716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hlinkClick r:id="rId3"/>
              </a:rPr>
              <a:t>https://wallaceecomod.github.io/</a:t>
            </a:r>
            <a:r>
              <a:rPr lang="zh-CN" alt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747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lage of a person with a beard and glasses&#10;&#10;Description automatically generated with low confidence">
            <a:extLst>
              <a:ext uri="{FF2B5EF4-FFF2-40B4-BE49-F238E27FC236}">
                <a16:creationId xmlns:a16="http://schemas.microsoft.com/office/drawing/2014/main" id="{63EB211A-ECB9-F175-6082-C5538663D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E62950-189E-ED7C-77DB-04C1D4F15C50}"/>
              </a:ext>
            </a:extLst>
          </p:cNvPr>
          <p:cNvSpPr txBox="1"/>
          <p:nvPr/>
        </p:nvSpPr>
        <p:spPr>
          <a:xfrm>
            <a:off x="1569307" y="5224845"/>
            <a:ext cx="1742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highlight>
                  <a:srgbClr val="FFFF00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Charles Darwin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4B89E-76EC-9189-C89E-E87D987E2280}"/>
              </a:ext>
            </a:extLst>
          </p:cNvPr>
          <p:cNvSpPr txBox="1"/>
          <p:nvPr/>
        </p:nvSpPr>
        <p:spPr>
          <a:xfrm>
            <a:off x="5910648" y="5224845"/>
            <a:ext cx="2335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highlight>
                  <a:srgbClr val="FFFF00"/>
                </a:highlight>
              </a:rPr>
              <a:t>Alfred Russel Wallace</a:t>
            </a:r>
            <a:endParaRPr lang="zh-CN" altLang="en-US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4968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8357B4-399C-CF53-6586-405D2B7BA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4618"/>
            <a:ext cx="9155298" cy="54205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1EFE61-6CE6-FEFC-0C63-4FD6D13C2464}"/>
              </a:ext>
            </a:extLst>
          </p:cNvPr>
          <p:cNvSpPr txBox="1"/>
          <p:nvPr/>
        </p:nvSpPr>
        <p:spPr>
          <a:xfrm>
            <a:off x="1837038" y="6048716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hlinkClick r:id="rId3"/>
              </a:rPr>
              <a:t>https://wallaceecomod.github.io/</a:t>
            </a:r>
            <a:r>
              <a:rPr lang="zh-CN" alt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937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17BE5-F9CA-A04E-058F-54DC6CC99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ntbox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FFFE8-4DAE-DEE1-1EB0-077A73C1E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>
                <a:hlinkClick r:id="rId2"/>
              </a:rPr>
              <a:t>library(ntbox)</a:t>
            </a:r>
          </a:p>
          <a:p>
            <a:pPr marL="0" indent="0">
              <a:buNone/>
            </a:pPr>
            <a:r>
              <a:rPr lang="en-US" altLang="zh-CN" dirty="0" err="1">
                <a:hlinkClick r:id="rId2"/>
              </a:rPr>
              <a:t>run_ntbox</a:t>
            </a:r>
            <a:r>
              <a:rPr lang="en-US" altLang="zh-CN" dirty="0">
                <a:hlinkClick r:id="rId2"/>
              </a:rPr>
              <a:t>()</a:t>
            </a:r>
          </a:p>
          <a:p>
            <a:pPr marL="0" indent="0">
              <a:buNone/>
            </a:pPr>
            <a:endParaRPr lang="en-US" altLang="zh-CN" dirty="0">
              <a:hlinkClick r:id="rId2"/>
            </a:endParaRPr>
          </a:p>
          <a:p>
            <a:pPr marL="0" indent="0">
              <a:buNone/>
            </a:pPr>
            <a:endParaRPr lang="en-US" altLang="zh-CN" dirty="0">
              <a:hlinkClick r:id="rId2"/>
            </a:endParaRPr>
          </a:p>
          <a:p>
            <a:pPr marL="0" indent="0">
              <a:buNone/>
            </a:pPr>
            <a:endParaRPr lang="en-US" altLang="zh-CN" dirty="0">
              <a:hlinkClick r:id="rId2"/>
            </a:endParaRPr>
          </a:p>
          <a:p>
            <a:pPr marL="0" indent="0">
              <a:buNone/>
            </a:pPr>
            <a:endParaRPr lang="en-US" altLang="zh-CN" dirty="0">
              <a:hlinkClick r:id="rId2"/>
            </a:endParaRPr>
          </a:p>
          <a:p>
            <a:pPr marL="0" indent="0">
              <a:buNone/>
            </a:pPr>
            <a:endParaRPr lang="en-US" altLang="zh-CN" dirty="0">
              <a:hlinkClick r:id="rId2"/>
            </a:endParaRPr>
          </a:p>
          <a:p>
            <a:pPr marL="0" indent="0">
              <a:buNone/>
            </a:pPr>
            <a:endParaRPr lang="en-US" altLang="zh-CN" dirty="0">
              <a:hlinkClick r:id="rId2"/>
            </a:endParaRPr>
          </a:p>
          <a:p>
            <a:r>
              <a:rPr lang="en-US" altLang="zh-CN" dirty="0">
                <a:hlinkClick r:id="rId2"/>
              </a:rPr>
              <a:t>https://luismurao.github.io/ntbox_user_guide.html</a:t>
            </a:r>
            <a:r>
              <a:rPr lang="en-US" altLang="zh-CN" dirty="0"/>
              <a:t> </a:t>
            </a:r>
          </a:p>
          <a:p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F604E8-D731-582F-BB5E-AE8CC1E15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850" y="319771"/>
            <a:ext cx="4241229" cy="498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1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8D762-FC4C-DB50-51FB-137B3AC0E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15350" cy="1325563"/>
          </a:xfrm>
        </p:spPr>
        <p:txBody>
          <a:bodyPr>
            <a:normAutofit/>
          </a:bodyPr>
          <a:lstStyle/>
          <a:p>
            <a:r>
              <a:rPr lang="en-US" altLang="zh-CN" sz="4000" b="1" dirty="0" err="1">
                <a:solidFill>
                  <a:srgbClr val="0000FF"/>
                </a:solidFill>
              </a:rPr>
              <a:t>sdm</a:t>
            </a:r>
            <a:r>
              <a:rPr lang="en-US" altLang="zh-CN" sz="4000" b="1" dirty="0">
                <a:solidFill>
                  <a:srgbClr val="0000FF"/>
                </a:solidFill>
              </a:rPr>
              <a:t> package </a:t>
            </a:r>
            <a:br>
              <a:rPr lang="en-US" altLang="zh-CN" sz="1800" dirty="0">
                <a:solidFill>
                  <a:srgbClr val="0000FF"/>
                </a:solidFill>
              </a:rPr>
            </a:br>
            <a:r>
              <a:rPr lang="en-US" altLang="zh-CN" sz="2000" b="1" dirty="0">
                <a:hlinkClick r:id="rId2"/>
              </a:rPr>
              <a:t>https://www.biogeoinformatics.org</a:t>
            </a:r>
            <a:r>
              <a:rPr lang="en-US" altLang="zh-CN" sz="2000" b="1" dirty="0"/>
              <a:t>; </a:t>
            </a:r>
            <a:br>
              <a:rPr lang="en-US" altLang="zh-CN" sz="2000" b="1" dirty="0"/>
            </a:br>
            <a:endParaRPr lang="zh-CN" altLang="en-US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F6BBF1-0918-D424-4C11-F70FF090A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627" y="1004287"/>
            <a:ext cx="6377943" cy="38477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71D466-AB08-BB23-9344-04AD9AF5669A}"/>
              </a:ext>
            </a:extLst>
          </p:cNvPr>
          <p:cNvSpPr txBox="1"/>
          <p:nvPr/>
        </p:nvSpPr>
        <p:spPr>
          <a:xfrm>
            <a:off x="189470" y="4852086"/>
            <a:ext cx="87238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2400" dirty="0"/>
              <a:t>Simplized version of biomod2;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2400" dirty="0" err="1"/>
              <a:t>sdm</a:t>
            </a:r>
            <a:r>
              <a:rPr lang="en-US" altLang="zh-CN" sz="2400" dirty="0"/>
              <a:t> is an object-oriented, reproducible and extensible, platform for species distribution modelling.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2400" dirty="0"/>
              <a:t>Developed by Babak Naimi and </a:t>
            </a:r>
            <a:r>
              <a:rPr lang="en-US" altLang="zh-CN" sz="2400" dirty="0">
                <a:solidFill>
                  <a:srgbClr val="FF0000"/>
                </a:solidFill>
              </a:rPr>
              <a:t>Miguel B. Araújo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735109-A1D6-75A5-8502-9684EB64988C}"/>
              </a:ext>
            </a:extLst>
          </p:cNvPr>
          <p:cNvSpPr txBox="1"/>
          <p:nvPr/>
        </p:nvSpPr>
        <p:spPr>
          <a:xfrm>
            <a:off x="5535827" y="4313194"/>
            <a:ext cx="3377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https://sdm.r-forge.r-project.org/</a:t>
            </a:r>
          </a:p>
        </p:txBody>
      </p:sp>
    </p:spTree>
    <p:extLst>
      <p:ext uri="{BB962C8B-B14F-4D97-AF65-F5344CB8AC3E}">
        <p14:creationId xmlns:p14="http://schemas.microsoft.com/office/powerpoint/2010/main" val="410975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8C588-24FA-65E9-C132-CBD4A3C35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library(</a:t>
            </a:r>
            <a:r>
              <a:rPr lang="en-US" dirty="0" err="1"/>
              <a:t>sdm</a:t>
            </a:r>
            <a:r>
              <a:rPr lang="en-US" dirty="0"/>
              <a:t>)</a:t>
            </a:r>
          </a:p>
          <a:p>
            <a:r>
              <a:rPr lang="en-US" dirty="0"/>
              <a:t>file &lt;- </a:t>
            </a:r>
            <a:r>
              <a:rPr lang="en-US" dirty="0" err="1"/>
              <a:t>system.file</a:t>
            </a:r>
            <a:r>
              <a:rPr lang="en-US" dirty="0"/>
              <a:t>("external/</a:t>
            </a:r>
            <a:r>
              <a:rPr lang="en-US" dirty="0" err="1"/>
              <a:t>model.sdm</a:t>
            </a:r>
            <a:r>
              <a:rPr lang="en-US" dirty="0"/>
              <a:t>", package="</a:t>
            </a:r>
            <a:r>
              <a:rPr lang="en-US" dirty="0" err="1"/>
              <a:t>sdm</a:t>
            </a:r>
            <a:r>
              <a:rPr lang="en-US" dirty="0"/>
              <a:t>")</a:t>
            </a:r>
          </a:p>
          <a:p>
            <a:endParaRPr lang="en-US" dirty="0"/>
          </a:p>
          <a:p>
            <a:r>
              <a:rPr lang="en-US" dirty="0"/>
              <a:t>m &lt;- </a:t>
            </a:r>
            <a:r>
              <a:rPr lang="en-US" dirty="0" err="1"/>
              <a:t>read.sdm</a:t>
            </a:r>
            <a:r>
              <a:rPr lang="en-US" dirty="0"/>
              <a:t>(file) # a </a:t>
            </a:r>
            <a:r>
              <a:rPr lang="en-US" dirty="0" err="1"/>
              <a:t>sdmModels</a:t>
            </a:r>
            <a:r>
              <a:rPr lang="en-US" dirty="0"/>
              <a:t> Object (fitted using </a:t>
            </a:r>
            <a:r>
              <a:rPr lang="en-US" dirty="0" err="1"/>
              <a:t>sdm</a:t>
            </a:r>
            <a:r>
              <a:rPr lang="en-US" dirty="0"/>
              <a:t> function)</a:t>
            </a:r>
          </a:p>
          <a:p>
            <a:endParaRPr lang="en-US" dirty="0"/>
          </a:p>
          <a:p>
            <a:r>
              <a:rPr lang="en-US" dirty="0"/>
              <a:t>m</a:t>
            </a:r>
          </a:p>
          <a:p>
            <a:endParaRPr lang="en-US" dirty="0"/>
          </a:p>
          <a:p>
            <a:r>
              <a:rPr lang="en-US" dirty="0" err="1"/>
              <a:t>gui</a:t>
            </a:r>
            <a:r>
              <a:rPr lang="en-US" dirty="0"/>
              <a:t>(m)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971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98F6-1666-3C74-CBC6-A4E916EC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What is the limitation?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FF229-6E53-E0DE-0E10-474380CA6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90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It is very useful for beginners and training, but has limitations:</a:t>
            </a:r>
          </a:p>
          <a:p>
            <a:pPr marL="514350" indent="-514350">
              <a:buAutoNum type="arabicParenBoth"/>
            </a:pPr>
            <a:r>
              <a:rPr lang="en-US" altLang="zh-CN" dirty="0"/>
              <a:t>Many functions can not work out in the platform</a:t>
            </a:r>
            <a:r>
              <a:rPr lang="zh-CN" altLang="en-US" dirty="0"/>
              <a:t>；</a:t>
            </a:r>
            <a:endParaRPr lang="en-US" altLang="zh-CN" dirty="0"/>
          </a:p>
          <a:p>
            <a:pPr marL="514350" indent="-514350">
              <a:buAutoNum type="arabicParenBoth"/>
            </a:pP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specific/personalized</a:t>
            </a:r>
            <a:r>
              <a:rPr lang="zh-CN" altLang="en-US" dirty="0"/>
              <a:t> </a:t>
            </a:r>
            <a:r>
              <a:rPr lang="en-US" altLang="zh-CN" dirty="0"/>
              <a:t>requirements still have to be work out in R code, like repetition running (loop)</a:t>
            </a:r>
          </a:p>
          <a:p>
            <a:pPr marL="514350" indent="-514350">
              <a:buAutoNum type="arabicParenBoth"/>
            </a:pPr>
            <a:r>
              <a:rPr lang="en-US" altLang="zh-CN"/>
              <a:t>limited </a:t>
            </a:r>
            <a:r>
              <a:rPr lang="en-US" altLang="zh-CN" dirty="0"/>
              <a:t>capacity on computing, running big data</a:t>
            </a:r>
          </a:p>
          <a:p>
            <a:pPr marL="0" indent="0">
              <a:buNone/>
            </a:pPr>
            <a:r>
              <a:rPr lang="en-US" altLang="zh-CN" dirty="0"/>
              <a:t>…</a:t>
            </a:r>
          </a:p>
          <a:p>
            <a:pPr marL="514350" indent="-514350">
              <a:buAutoNum type="arabicParenBoth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284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4360</TotalTime>
  <Words>398</Words>
  <Application>Microsoft Office PowerPoint</Application>
  <PresentationFormat>On-screen Show (4:3)</PresentationFormat>
  <Paragraphs>55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Adobe Garamond Pro Bold</vt:lpstr>
      <vt:lpstr>等线</vt:lpstr>
      <vt:lpstr>Amasis MT Pro Black</vt:lpstr>
      <vt:lpstr>Arial</vt:lpstr>
      <vt:lpstr>Calibri</vt:lpstr>
      <vt:lpstr>Calibri Light</vt:lpstr>
      <vt:lpstr>Wingdings</vt:lpstr>
      <vt:lpstr>Office Theme</vt:lpstr>
      <vt:lpstr>SDM in Shiny</vt:lpstr>
      <vt:lpstr>What is Shiny (R)?</vt:lpstr>
      <vt:lpstr>PowerPoint Presentation</vt:lpstr>
      <vt:lpstr>Web based platform in SDM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ntbox</vt:lpstr>
      <vt:lpstr>sdm package  https://www.biogeoinformatics.org;  </vt:lpstr>
      <vt:lpstr>PowerPoint Presentation</vt:lpstr>
      <vt:lpstr>What is the limitation?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ONE</dc:title>
  <dc:creator>ZHU Gengping</dc:creator>
  <cp:lastModifiedBy>Zhu, Gengping</cp:lastModifiedBy>
  <cp:revision>133</cp:revision>
  <dcterms:created xsi:type="dcterms:W3CDTF">2023-01-08T05:02:36Z</dcterms:created>
  <dcterms:modified xsi:type="dcterms:W3CDTF">2026-09-18T01:23:20Z</dcterms:modified>
</cp:coreProperties>
</file>